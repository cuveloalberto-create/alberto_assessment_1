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0740" y="0"/>
            <a:ext cx="13816236" cy="10287000"/>
          </a:xfrm>
          <a:custGeom>
            <a:avLst/>
            <a:gdLst/>
            <a:ahLst/>
            <a:cxnLst/>
            <a:rect r="r" b="b" t="t" l="l"/>
            <a:pathLst>
              <a:path h="10287000" w="13816236">
                <a:moveTo>
                  <a:pt x="0" y="0"/>
                </a:moveTo>
                <a:lnTo>
                  <a:pt x="13816236" y="0"/>
                </a:lnTo>
                <a:lnTo>
                  <a:pt x="138162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52" t="-2033" r="-16339" b="-1215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7000" y="0"/>
            <a:ext cx="6351348" cy="9998626"/>
          </a:xfrm>
          <a:custGeom>
            <a:avLst/>
            <a:gdLst/>
            <a:ahLst/>
            <a:cxnLst/>
            <a:rect r="r" b="b" t="t" l="l"/>
            <a:pathLst>
              <a:path h="9998626" w="6351348">
                <a:moveTo>
                  <a:pt x="0" y="0"/>
                </a:moveTo>
                <a:lnTo>
                  <a:pt x="6351348" y="0"/>
                </a:lnTo>
                <a:lnTo>
                  <a:pt x="6351348" y="9998626"/>
                </a:lnTo>
                <a:lnTo>
                  <a:pt x="0" y="9998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54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42678" y="0"/>
            <a:ext cx="13442801" cy="10166118"/>
          </a:xfrm>
          <a:custGeom>
            <a:avLst/>
            <a:gdLst/>
            <a:ahLst/>
            <a:cxnLst/>
            <a:rect r="r" b="b" t="t" l="l"/>
            <a:pathLst>
              <a:path h="10166118" w="13442801">
                <a:moveTo>
                  <a:pt x="0" y="0"/>
                </a:moveTo>
                <a:lnTo>
                  <a:pt x="13442801" y="0"/>
                </a:lnTo>
                <a:lnTo>
                  <a:pt x="13442801" y="10166118"/>
                </a:lnTo>
                <a:lnTo>
                  <a:pt x="0" y="10166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818" y="378836"/>
            <a:ext cx="18226364" cy="3988350"/>
          </a:xfrm>
          <a:custGeom>
            <a:avLst/>
            <a:gdLst/>
            <a:ahLst/>
            <a:cxnLst/>
            <a:rect r="r" b="b" t="t" l="l"/>
            <a:pathLst>
              <a:path h="3988350" w="18226364">
                <a:moveTo>
                  <a:pt x="0" y="0"/>
                </a:moveTo>
                <a:lnTo>
                  <a:pt x="18226364" y="0"/>
                </a:lnTo>
                <a:lnTo>
                  <a:pt x="18226364" y="3988349"/>
                </a:lnTo>
                <a:lnTo>
                  <a:pt x="0" y="3988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5" t="0" r="-258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1471" y="4799643"/>
            <a:ext cx="13314255" cy="2099224"/>
          </a:xfrm>
          <a:custGeom>
            <a:avLst/>
            <a:gdLst/>
            <a:ahLst/>
            <a:cxnLst/>
            <a:rect r="r" b="b" t="t" l="l"/>
            <a:pathLst>
              <a:path h="2099224" w="13314255">
                <a:moveTo>
                  <a:pt x="0" y="0"/>
                </a:moveTo>
                <a:lnTo>
                  <a:pt x="13314256" y="0"/>
                </a:lnTo>
                <a:lnTo>
                  <a:pt x="13314256" y="2099224"/>
                </a:lnTo>
                <a:lnTo>
                  <a:pt x="0" y="2099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1471" y="7152752"/>
            <a:ext cx="13314255" cy="2479817"/>
          </a:xfrm>
          <a:custGeom>
            <a:avLst/>
            <a:gdLst/>
            <a:ahLst/>
            <a:cxnLst/>
            <a:rect r="r" b="b" t="t" l="l"/>
            <a:pathLst>
              <a:path h="2479817" w="13314255">
                <a:moveTo>
                  <a:pt x="0" y="0"/>
                </a:moveTo>
                <a:lnTo>
                  <a:pt x="13314256" y="0"/>
                </a:lnTo>
                <a:lnTo>
                  <a:pt x="13314256" y="2479817"/>
                </a:lnTo>
                <a:lnTo>
                  <a:pt x="0" y="2479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301259" cy="4803035"/>
          </a:xfrm>
          <a:custGeom>
            <a:avLst/>
            <a:gdLst/>
            <a:ahLst/>
            <a:cxnLst/>
            <a:rect r="r" b="b" t="t" l="l"/>
            <a:pathLst>
              <a:path h="4803035" w="11301259">
                <a:moveTo>
                  <a:pt x="0" y="0"/>
                </a:moveTo>
                <a:lnTo>
                  <a:pt x="11301259" y="0"/>
                </a:lnTo>
                <a:lnTo>
                  <a:pt x="11301259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0583" y="4803035"/>
            <a:ext cx="16750402" cy="3308204"/>
          </a:xfrm>
          <a:custGeom>
            <a:avLst/>
            <a:gdLst/>
            <a:ahLst/>
            <a:cxnLst/>
            <a:rect r="r" b="b" t="t" l="l"/>
            <a:pathLst>
              <a:path h="3308204" w="16750402">
                <a:moveTo>
                  <a:pt x="0" y="0"/>
                </a:moveTo>
                <a:lnTo>
                  <a:pt x="16750402" y="0"/>
                </a:lnTo>
                <a:lnTo>
                  <a:pt x="16750402" y="3308204"/>
                </a:lnTo>
                <a:lnTo>
                  <a:pt x="0" y="3308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01259" y="610511"/>
            <a:ext cx="6795783" cy="3582014"/>
          </a:xfrm>
          <a:custGeom>
            <a:avLst/>
            <a:gdLst/>
            <a:ahLst/>
            <a:cxnLst/>
            <a:rect r="r" b="b" t="t" l="l"/>
            <a:pathLst>
              <a:path h="3582014" w="6795783">
                <a:moveTo>
                  <a:pt x="0" y="0"/>
                </a:moveTo>
                <a:lnTo>
                  <a:pt x="6795783" y="0"/>
                </a:lnTo>
                <a:lnTo>
                  <a:pt x="6795783" y="3582013"/>
                </a:lnTo>
                <a:lnTo>
                  <a:pt x="0" y="35820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1850" y="135917"/>
            <a:ext cx="14539878" cy="10049035"/>
          </a:xfrm>
          <a:custGeom>
            <a:avLst/>
            <a:gdLst/>
            <a:ahLst/>
            <a:cxnLst/>
            <a:rect r="r" b="b" t="t" l="l"/>
            <a:pathLst>
              <a:path h="10049035" w="14539878">
                <a:moveTo>
                  <a:pt x="0" y="0"/>
                </a:moveTo>
                <a:lnTo>
                  <a:pt x="14539879" y="0"/>
                </a:lnTo>
                <a:lnTo>
                  <a:pt x="14539879" y="10049035"/>
                </a:lnTo>
                <a:lnTo>
                  <a:pt x="0" y="10049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916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983074" cy="4515090"/>
          </a:xfrm>
          <a:custGeom>
            <a:avLst/>
            <a:gdLst/>
            <a:ahLst/>
            <a:cxnLst/>
            <a:rect r="r" b="b" t="t" l="l"/>
            <a:pathLst>
              <a:path h="4515090" w="10983074">
                <a:moveTo>
                  <a:pt x="0" y="0"/>
                </a:moveTo>
                <a:lnTo>
                  <a:pt x="10983074" y="0"/>
                </a:lnTo>
                <a:lnTo>
                  <a:pt x="10983074" y="4515090"/>
                </a:lnTo>
                <a:lnTo>
                  <a:pt x="0" y="451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83074" y="0"/>
            <a:ext cx="1029273" cy="5064997"/>
          </a:xfrm>
          <a:custGeom>
            <a:avLst/>
            <a:gdLst/>
            <a:ahLst/>
            <a:cxnLst/>
            <a:rect r="r" b="b" t="t" l="l"/>
            <a:pathLst>
              <a:path h="5064997" w="1029273">
                <a:moveTo>
                  <a:pt x="0" y="0"/>
                </a:moveTo>
                <a:lnTo>
                  <a:pt x="1029273" y="0"/>
                </a:lnTo>
                <a:lnTo>
                  <a:pt x="1029273" y="5064997"/>
                </a:lnTo>
                <a:lnTo>
                  <a:pt x="0" y="5064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403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12347" y="0"/>
            <a:ext cx="1119456" cy="5059081"/>
          </a:xfrm>
          <a:custGeom>
            <a:avLst/>
            <a:gdLst/>
            <a:ahLst/>
            <a:cxnLst/>
            <a:rect r="r" b="b" t="t" l="l"/>
            <a:pathLst>
              <a:path h="5059081" w="1119456">
                <a:moveTo>
                  <a:pt x="0" y="0"/>
                </a:moveTo>
                <a:lnTo>
                  <a:pt x="1119456" y="0"/>
                </a:lnTo>
                <a:lnTo>
                  <a:pt x="1119456" y="5059081"/>
                </a:lnTo>
                <a:lnTo>
                  <a:pt x="0" y="5059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31803" y="0"/>
            <a:ext cx="721030" cy="5047212"/>
          </a:xfrm>
          <a:custGeom>
            <a:avLst/>
            <a:gdLst/>
            <a:ahLst/>
            <a:cxnLst/>
            <a:rect r="r" b="b" t="t" l="l"/>
            <a:pathLst>
              <a:path h="5047212" w="721030">
                <a:moveTo>
                  <a:pt x="0" y="0"/>
                </a:moveTo>
                <a:lnTo>
                  <a:pt x="721030" y="0"/>
                </a:lnTo>
                <a:lnTo>
                  <a:pt x="721030" y="5047212"/>
                </a:lnTo>
                <a:lnTo>
                  <a:pt x="0" y="504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52833" y="-17785"/>
            <a:ext cx="598396" cy="5064997"/>
          </a:xfrm>
          <a:custGeom>
            <a:avLst/>
            <a:gdLst/>
            <a:ahLst/>
            <a:cxnLst/>
            <a:rect r="r" b="b" t="t" l="l"/>
            <a:pathLst>
              <a:path h="5064997" w="598396">
                <a:moveTo>
                  <a:pt x="0" y="0"/>
                </a:moveTo>
                <a:lnTo>
                  <a:pt x="598396" y="0"/>
                </a:lnTo>
                <a:lnTo>
                  <a:pt x="598396" y="5064997"/>
                </a:lnTo>
                <a:lnTo>
                  <a:pt x="0" y="50649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51229" y="11869"/>
            <a:ext cx="808428" cy="5047212"/>
          </a:xfrm>
          <a:custGeom>
            <a:avLst/>
            <a:gdLst/>
            <a:ahLst/>
            <a:cxnLst/>
            <a:rect r="r" b="b" t="t" l="l"/>
            <a:pathLst>
              <a:path h="5047212" w="808428">
                <a:moveTo>
                  <a:pt x="0" y="0"/>
                </a:moveTo>
                <a:lnTo>
                  <a:pt x="808428" y="0"/>
                </a:lnTo>
                <a:lnTo>
                  <a:pt x="808428" y="5047212"/>
                </a:lnTo>
                <a:lnTo>
                  <a:pt x="0" y="5047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59657" y="-17785"/>
            <a:ext cx="870721" cy="5050184"/>
          </a:xfrm>
          <a:custGeom>
            <a:avLst/>
            <a:gdLst/>
            <a:ahLst/>
            <a:cxnLst/>
            <a:rect r="r" b="b" t="t" l="l"/>
            <a:pathLst>
              <a:path h="5050184" w="870721">
                <a:moveTo>
                  <a:pt x="0" y="0"/>
                </a:moveTo>
                <a:lnTo>
                  <a:pt x="870721" y="0"/>
                </a:lnTo>
                <a:lnTo>
                  <a:pt x="870721" y="5050184"/>
                </a:lnTo>
                <a:lnTo>
                  <a:pt x="0" y="50501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032399"/>
            <a:ext cx="631966" cy="5076793"/>
          </a:xfrm>
          <a:custGeom>
            <a:avLst/>
            <a:gdLst/>
            <a:ahLst/>
            <a:cxnLst/>
            <a:rect r="r" b="b" t="t" l="l"/>
            <a:pathLst>
              <a:path h="5076793" w="631966">
                <a:moveTo>
                  <a:pt x="0" y="0"/>
                </a:moveTo>
                <a:lnTo>
                  <a:pt x="631966" y="0"/>
                </a:lnTo>
                <a:lnTo>
                  <a:pt x="631966" y="5076792"/>
                </a:lnTo>
                <a:lnTo>
                  <a:pt x="0" y="50767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0666" y="5032399"/>
            <a:ext cx="731952" cy="5059081"/>
          </a:xfrm>
          <a:custGeom>
            <a:avLst/>
            <a:gdLst/>
            <a:ahLst/>
            <a:cxnLst/>
            <a:rect r="r" b="b" t="t" l="l"/>
            <a:pathLst>
              <a:path h="5059081" w="731952">
                <a:moveTo>
                  <a:pt x="0" y="0"/>
                </a:moveTo>
                <a:lnTo>
                  <a:pt x="731952" y="0"/>
                </a:lnTo>
                <a:lnTo>
                  <a:pt x="731952" y="5059080"/>
                </a:lnTo>
                <a:lnTo>
                  <a:pt x="0" y="5059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73488" y="5032399"/>
            <a:ext cx="1197242" cy="5050184"/>
          </a:xfrm>
          <a:custGeom>
            <a:avLst/>
            <a:gdLst/>
            <a:ahLst/>
            <a:cxnLst/>
            <a:rect r="r" b="b" t="t" l="l"/>
            <a:pathLst>
              <a:path h="5050184" w="1197242">
                <a:moveTo>
                  <a:pt x="0" y="0"/>
                </a:moveTo>
                <a:lnTo>
                  <a:pt x="1197242" y="0"/>
                </a:lnTo>
                <a:lnTo>
                  <a:pt x="1197242" y="5050183"/>
                </a:lnTo>
                <a:lnTo>
                  <a:pt x="0" y="50501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670730" y="5005790"/>
            <a:ext cx="1074342" cy="5076793"/>
          </a:xfrm>
          <a:custGeom>
            <a:avLst/>
            <a:gdLst/>
            <a:ahLst/>
            <a:cxnLst/>
            <a:rect r="r" b="b" t="t" l="l"/>
            <a:pathLst>
              <a:path h="5076793" w="1074342">
                <a:moveTo>
                  <a:pt x="0" y="0"/>
                </a:moveTo>
                <a:lnTo>
                  <a:pt x="1074342" y="0"/>
                </a:lnTo>
                <a:lnTo>
                  <a:pt x="1074342" y="5076792"/>
                </a:lnTo>
                <a:lnTo>
                  <a:pt x="0" y="50767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8026" y="762995"/>
            <a:ext cx="17356787" cy="3362877"/>
          </a:xfrm>
          <a:custGeom>
            <a:avLst/>
            <a:gdLst/>
            <a:ahLst/>
            <a:cxnLst/>
            <a:rect r="r" b="b" t="t" l="l"/>
            <a:pathLst>
              <a:path h="3362877" w="17356787">
                <a:moveTo>
                  <a:pt x="0" y="0"/>
                </a:moveTo>
                <a:lnTo>
                  <a:pt x="17356787" y="0"/>
                </a:lnTo>
                <a:lnTo>
                  <a:pt x="17356787" y="3362877"/>
                </a:lnTo>
                <a:lnTo>
                  <a:pt x="0" y="3362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835316"/>
            <a:ext cx="9300368" cy="1418700"/>
          </a:xfrm>
          <a:custGeom>
            <a:avLst/>
            <a:gdLst/>
            <a:ahLst/>
            <a:cxnLst/>
            <a:rect r="r" b="b" t="t" l="l"/>
            <a:pathLst>
              <a:path h="1418700" w="9300368">
                <a:moveTo>
                  <a:pt x="0" y="0"/>
                </a:moveTo>
                <a:lnTo>
                  <a:pt x="9300368" y="0"/>
                </a:lnTo>
                <a:lnTo>
                  <a:pt x="9300368" y="1418701"/>
                </a:lnTo>
                <a:lnTo>
                  <a:pt x="0" y="1418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724298"/>
            <a:ext cx="9174923" cy="1767022"/>
          </a:xfrm>
          <a:custGeom>
            <a:avLst/>
            <a:gdLst/>
            <a:ahLst/>
            <a:cxnLst/>
            <a:rect r="r" b="b" t="t" l="l"/>
            <a:pathLst>
              <a:path h="1767022" w="9174923">
                <a:moveTo>
                  <a:pt x="0" y="0"/>
                </a:moveTo>
                <a:lnTo>
                  <a:pt x="9174923" y="0"/>
                </a:lnTo>
                <a:lnTo>
                  <a:pt x="9174923" y="1767022"/>
                </a:lnTo>
                <a:lnTo>
                  <a:pt x="0" y="1767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7332" y="788566"/>
            <a:ext cx="16953337" cy="4699722"/>
          </a:xfrm>
          <a:custGeom>
            <a:avLst/>
            <a:gdLst/>
            <a:ahLst/>
            <a:cxnLst/>
            <a:rect r="r" b="b" t="t" l="l"/>
            <a:pathLst>
              <a:path h="4699722" w="16953337">
                <a:moveTo>
                  <a:pt x="0" y="0"/>
                </a:moveTo>
                <a:lnTo>
                  <a:pt x="16953336" y="0"/>
                </a:lnTo>
                <a:lnTo>
                  <a:pt x="16953336" y="4699723"/>
                </a:lnTo>
                <a:lnTo>
                  <a:pt x="0" y="4699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4879" y="5883337"/>
            <a:ext cx="9205315" cy="3735490"/>
          </a:xfrm>
          <a:custGeom>
            <a:avLst/>
            <a:gdLst/>
            <a:ahLst/>
            <a:cxnLst/>
            <a:rect r="r" b="b" t="t" l="l"/>
            <a:pathLst>
              <a:path h="3735490" w="9205315">
                <a:moveTo>
                  <a:pt x="0" y="0"/>
                </a:moveTo>
                <a:lnTo>
                  <a:pt x="9205316" y="0"/>
                </a:lnTo>
                <a:lnTo>
                  <a:pt x="9205316" y="3735491"/>
                </a:lnTo>
                <a:lnTo>
                  <a:pt x="0" y="37354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09824" y="0"/>
            <a:ext cx="9348311" cy="10287000"/>
          </a:xfrm>
          <a:custGeom>
            <a:avLst/>
            <a:gdLst/>
            <a:ahLst/>
            <a:cxnLst/>
            <a:rect r="r" b="b" t="t" l="l"/>
            <a:pathLst>
              <a:path h="10287000" w="9348311">
                <a:moveTo>
                  <a:pt x="0" y="0"/>
                </a:moveTo>
                <a:lnTo>
                  <a:pt x="9348312" y="0"/>
                </a:lnTo>
                <a:lnTo>
                  <a:pt x="93483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DAG3QwCKSro</dc:identifier>
  <dcterms:modified xsi:type="dcterms:W3CDTF">2011-08-01T06:04:30Z</dcterms:modified>
  <cp:revision>1</cp:revision>
</cp:coreProperties>
</file>